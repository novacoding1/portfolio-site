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E37D96-DEB6-4F5E-97EB-79A5060FC451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56C7CE21-90E9-4BF1-99CF-4516BD4E3337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Интернет </a:t>
          </a:r>
          <a:r>
            <a:rPr lang="ru-RU" dirty="0" err="1">
              <a:latin typeface="Times New Roman" panose="02020603050405020304" pitchFamily="18" charset="0"/>
              <a:cs typeface="Times New Roman" panose="02020603050405020304" pitchFamily="18" charset="0"/>
            </a:rPr>
            <a:t>платформалары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DD3712-D4EF-469A-9FF5-59E332A00E68}" type="parTrans" cxnId="{ED80ABA6-1C2C-439D-AEE4-8CAFE74D1B22}">
      <dgm:prSet/>
      <dgm:spPr/>
      <dgm:t>
        <a:bodyPr/>
        <a:lstStyle/>
        <a:p>
          <a:endParaRPr lang="ru-RU"/>
        </a:p>
      </dgm:t>
    </dgm:pt>
    <dgm:pt modelId="{8BA2B67F-3CDB-49A9-834E-C3839FF6A4F0}" type="sibTrans" cxnId="{ED80ABA6-1C2C-439D-AEE4-8CAFE74D1B22}">
      <dgm:prSet/>
      <dgm:spPr/>
      <dgm:t>
        <a:bodyPr/>
        <a:lstStyle/>
        <a:p>
          <a:endParaRPr lang="ru-RU"/>
        </a:p>
      </dgm:t>
    </dgm:pt>
    <dgm:pt modelId="{D7FE2676-460B-4E37-AB73-E5B07F834C64}">
      <dgm:prSet phldrT="[Текст]"/>
      <dgm:spPr/>
      <dgm:t>
        <a:bodyPr/>
        <a:lstStyle/>
        <a:p>
          <a:r>
            <a:rPr lang="ru-RU" dirty="0" err="1">
              <a:latin typeface="Times New Roman" panose="02020603050405020304" pitchFamily="18" charset="0"/>
              <a:cs typeface="Times New Roman" panose="02020603050405020304" pitchFamily="18" charset="0"/>
            </a:rPr>
            <a:t>Бейнеконференция</a:t>
          </a:r>
          <a:r>
            <a:rPr lang="ru-RU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құралдары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8649AE-A3F4-45FD-B403-F42D104BCE87}" type="parTrans" cxnId="{68C09114-A833-4C44-B163-0CA7489A415F}">
      <dgm:prSet/>
      <dgm:spPr/>
      <dgm:t>
        <a:bodyPr/>
        <a:lstStyle/>
        <a:p>
          <a:endParaRPr lang="ru-RU"/>
        </a:p>
      </dgm:t>
    </dgm:pt>
    <dgm:pt modelId="{35875A1D-35E4-49B2-8F14-401559A62BB0}" type="sibTrans" cxnId="{68C09114-A833-4C44-B163-0CA7489A415F}">
      <dgm:prSet/>
      <dgm:spPr/>
      <dgm:t>
        <a:bodyPr/>
        <a:lstStyle/>
        <a:p>
          <a:endParaRPr lang="ru-RU"/>
        </a:p>
      </dgm:t>
    </dgm:pt>
    <dgm:pt modelId="{858A00C6-6668-4913-97F0-F328D1DC266B}">
      <dgm:prSet phldrT="[Текст]"/>
      <dgm:spPr/>
      <dgm:t>
        <a:bodyPr/>
        <a:lstStyle/>
        <a:p>
          <a:r>
            <a:rPr lang="kk-KZ" dirty="0">
              <a:latin typeface="Times New Roman" panose="02020603050405020304" pitchFamily="18" charset="0"/>
              <a:cs typeface="Times New Roman" panose="02020603050405020304" pitchFamily="18" charset="0"/>
            </a:rPr>
            <a:t>Онлайн тестілеу жүйелері</a:t>
          </a:r>
        </a:p>
      </dgm:t>
    </dgm:pt>
    <dgm:pt modelId="{38334963-CDF1-448F-A0D3-41E6A1CBAD75}" type="parTrans" cxnId="{B4845F0B-C975-4CA1-8753-D618014471D8}">
      <dgm:prSet/>
      <dgm:spPr/>
      <dgm:t>
        <a:bodyPr/>
        <a:lstStyle/>
        <a:p>
          <a:endParaRPr lang="ru-RU"/>
        </a:p>
      </dgm:t>
    </dgm:pt>
    <dgm:pt modelId="{FE1DD3E3-2747-406A-BB7E-A5569CF290A6}" type="sibTrans" cxnId="{B4845F0B-C975-4CA1-8753-D618014471D8}">
      <dgm:prSet/>
      <dgm:spPr/>
      <dgm:t>
        <a:bodyPr/>
        <a:lstStyle/>
        <a:p>
          <a:endParaRPr lang="ru-RU"/>
        </a:p>
      </dgm:t>
    </dgm:pt>
    <dgm:pt modelId="{DB5796A9-818A-47B5-9C52-DE2D6C4C885B}" type="pres">
      <dgm:prSet presAssocID="{C6E37D96-DEB6-4F5E-97EB-79A5060FC451}" presName="compositeShape" presStyleCnt="0">
        <dgm:presLayoutVars>
          <dgm:dir/>
          <dgm:resizeHandles/>
        </dgm:presLayoutVars>
      </dgm:prSet>
      <dgm:spPr/>
    </dgm:pt>
    <dgm:pt modelId="{5D80FBE2-84E9-4B19-8FC8-EA7E253867EE}" type="pres">
      <dgm:prSet presAssocID="{C6E37D96-DEB6-4F5E-97EB-79A5060FC451}" presName="pyramid" presStyleLbl="node1" presStyleIdx="0" presStyleCnt="1"/>
      <dgm:spPr/>
    </dgm:pt>
    <dgm:pt modelId="{3E107007-AF06-48DC-8689-345165F4BE9D}" type="pres">
      <dgm:prSet presAssocID="{C6E37D96-DEB6-4F5E-97EB-79A5060FC451}" presName="theList" presStyleCnt="0"/>
      <dgm:spPr/>
    </dgm:pt>
    <dgm:pt modelId="{97480E79-195A-47F1-81DF-2FE0559E9E84}" type="pres">
      <dgm:prSet presAssocID="{56C7CE21-90E9-4BF1-99CF-4516BD4E3337}" presName="aNode" presStyleLbl="fgAcc1" presStyleIdx="0" presStyleCnt="3">
        <dgm:presLayoutVars>
          <dgm:bulletEnabled val="1"/>
        </dgm:presLayoutVars>
      </dgm:prSet>
      <dgm:spPr/>
    </dgm:pt>
    <dgm:pt modelId="{332C1FD0-7BC9-45B2-8528-95BEFF697854}" type="pres">
      <dgm:prSet presAssocID="{56C7CE21-90E9-4BF1-99CF-4516BD4E3337}" presName="aSpace" presStyleCnt="0"/>
      <dgm:spPr/>
    </dgm:pt>
    <dgm:pt modelId="{BC7398C8-C4DF-4B6F-8478-ABC0B16E92DC}" type="pres">
      <dgm:prSet presAssocID="{D7FE2676-460B-4E37-AB73-E5B07F834C64}" presName="aNode" presStyleLbl="fgAcc1" presStyleIdx="1" presStyleCnt="3" custLinFactNeighborX="1161">
        <dgm:presLayoutVars>
          <dgm:bulletEnabled val="1"/>
        </dgm:presLayoutVars>
      </dgm:prSet>
      <dgm:spPr/>
    </dgm:pt>
    <dgm:pt modelId="{6D475B19-EF49-4177-B430-012B1089F333}" type="pres">
      <dgm:prSet presAssocID="{D7FE2676-460B-4E37-AB73-E5B07F834C64}" presName="aSpace" presStyleCnt="0"/>
      <dgm:spPr/>
    </dgm:pt>
    <dgm:pt modelId="{345849A9-33A7-463B-9B76-520ACC1539CA}" type="pres">
      <dgm:prSet presAssocID="{858A00C6-6668-4913-97F0-F328D1DC266B}" presName="aNode" presStyleLbl="fgAcc1" presStyleIdx="2" presStyleCnt="3">
        <dgm:presLayoutVars>
          <dgm:bulletEnabled val="1"/>
        </dgm:presLayoutVars>
      </dgm:prSet>
      <dgm:spPr/>
    </dgm:pt>
    <dgm:pt modelId="{1BABCEBF-9CC2-4626-B6D8-62FF27081061}" type="pres">
      <dgm:prSet presAssocID="{858A00C6-6668-4913-97F0-F328D1DC266B}" presName="aSpace" presStyleCnt="0"/>
      <dgm:spPr/>
    </dgm:pt>
  </dgm:ptLst>
  <dgm:cxnLst>
    <dgm:cxn modelId="{B4845F0B-C975-4CA1-8753-D618014471D8}" srcId="{C6E37D96-DEB6-4F5E-97EB-79A5060FC451}" destId="{858A00C6-6668-4913-97F0-F328D1DC266B}" srcOrd="2" destOrd="0" parTransId="{38334963-CDF1-448F-A0D3-41E6A1CBAD75}" sibTransId="{FE1DD3E3-2747-406A-BB7E-A5569CF290A6}"/>
    <dgm:cxn modelId="{68C09114-A833-4C44-B163-0CA7489A415F}" srcId="{C6E37D96-DEB6-4F5E-97EB-79A5060FC451}" destId="{D7FE2676-460B-4E37-AB73-E5B07F834C64}" srcOrd="1" destOrd="0" parTransId="{BB8649AE-A3F4-45FD-B403-F42D104BCE87}" sibTransId="{35875A1D-35E4-49B2-8F14-401559A62BB0}"/>
    <dgm:cxn modelId="{E4C0517A-776F-41B6-B009-695B1FB5B069}" type="presOf" srcId="{56C7CE21-90E9-4BF1-99CF-4516BD4E3337}" destId="{97480E79-195A-47F1-81DF-2FE0559E9E84}" srcOrd="0" destOrd="0" presId="urn:microsoft.com/office/officeart/2005/8/layout/pyramid2"/>
    <dgm:cxn modelId="{37B03980-B0E6-42F7-860A-6CA93968BAA2}" type="presOf" srcId="{C6E37D96-DEB6-4F5E-97EB-79A5060FC451}" destId="{DB5796A9-818A-47B5-9C52-DE2D6C4C885B}" srcOrd="0" destOrd="0" presId="urn:microsoft.com/office/officeart/2005/8/layout/pyramid2"/>
    <dgm:cxn modelId="{494E5582-CCD0-4A97-87E9-311B57B7E926}" type="presOf" srcId="{D7FE2676-460B-4E37-AB73-E5B07F834C64}" destId="{BC7398C8-C4DF-4B6F-8478-ABC0B16E92DC}" srcOrd="0" destOrd="0" presId="urn:microsoft.com/office/officeart/2005/8/layout/pyramid2"/>
    <dgm:cxn modelId="{A12C10A6-B0BE-4131-B6F3-A461539534A3}" type="presOf" srcId="{858A00C6-6668-4913-97F0-F328D1DC266B}" destId="{345849A9-33A7-463B-9B76-520ACC1539CA}" srcOrd="0" destOrd="0" presId="urn:microsoft.com/office/officeart/2005/8/layout/pyramid2"/>
    <dgm:cxn modelId="{ED80ABA6-1C2C-439D-AEE4-8CAFE74D1B22}" srcId="{C6E37D96-DEB6-4F5E-97EB-79A5060FC451}" destId="{56C7CE21-90E9-4BF1-99CF-4516BD4E3337}" srcOrd="0" destOrd="0" parTransId="{64DD3712-D4EF-469A-9FF5-59E332A00E68}" sibTransId="{8BA2B67F-3CDB-49A9-834E-C3839FF6A4F0}"/>
    <dgm:cxn modelId="{AFD7C77B-BFE2-4116-AADC-C71E230A2C7A}" type="presParOf" srcId="{DB5796A9-818A-47B5-9C52-DE2D6C4C885B}" destId="{5D80FBE2-84E9-4B19-8FC8-EA7E253867EE}" srcOrd="0" destOrd="0" presId="urn:microsoft.com/office/officeart/2005/8/layout/pyramid2"/>
    <dgm:cxn modelId="{386E2E4C-E538-4DE3-BD19-7C8535146D61}" type="presParOf" srcId="{DB5796A9-818A-47B5-9C52-DE2D6C4C885B}" destId="{3E107007-AF06-48DC-8689-345165F4BE9D}" srcOrd="1" destOrd="0" presId="urn:microsoft.com/office/officeart/2005/8/layout/pyramid2"/>
    <dgm:cxn modelId="{DDA35990-D66A-4963-9F17-05C33EB01DD5}" type="presParOf" srcId="{3E107007-AF06-48DC-8689-345165F4BE9D}" destId="{97480E79-195A-47F1-81DF-2FE0559E9E84}" srcOrd="0" destOrd="0" presId="urn:microsoft.com/office/officeart/2005/8/layout/pyramid2"/>
    <dgm:cxn modelId="{489E7F1F-F101-4815-AC80-BD530046B910}" type="presParOf" srcId="{3E107007-AF06-48DC-8689-345165F4BE9D}" destId="{332C1FD0-7BC9-45B2-8528-95BEFF697854}" srcOrd="1" destOrd="0" presId="urn:microsoft.com/office/officeart/2005/8/layout/pyramid2"/>
    <dgm:cxn modelId="{B8A2B4B8-C301-4155-8667-AB5A8190E975}" type="presParOf" srcId="{3E107007-AF06-48DC-8689-345165F4BE9D}" destId="{BC7398C8-C4DF-4B6F-8478-ABC0B16E92DC}" srcOrd="2" destOrd="0" presId="urn:microsoft.com/office/officeart/2005/8/layout/pyramid2"/>
    <dgm:cxn modelId="{2D8E25FF-675A-4176-8E17-AB63484027EA}" type="presParOf" srcId="{3E107007-AF06-48DC-8689-345165F4BE9D}" destId="{6D475B19-EF49-4177-B430-012B1089F333}" srcOrd="3" destOrd="0" presId="urn:microsoft.com/office/officeart/2005/8/layout/pyramid2"/>
    <dgm:cxn modelId="{0F88D0F0-3DF7-436D-BBE9-534AE3AD3BD4}" type="presParOf" srcId="{3E107007-AF06-48DC-8689-345165F4BE9D}" destId="{345849A9-33A7-463B-9B76-520ACC1539CA}" srcOrd="4" destOrd="0" presId="urn:microsoft.com/office/officeart/2005/8/layout/pyramid2"/>
    <dgm:cxn modelId="{ED6D5FFB-116C-4E41-8771-375D6ED150FE}" type="presParOf" srcId="{3E107007-AF06-48DC-8689-345165F4BE9D}" destId="{1BABCEBF-9CC2-4626-B6D8-62FF27081061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0FBE2-84E9-4B19-8FC8-EA7E253867EE}">
      <dsp:nvSpPr>
        <dsp:cNvPr id="0" name=""/>
        <dsp:cNvSpPr/>
      </dsp:nvSpPr>
      <dsp:spPr>
        <a:xfrm>
          <a:off x="191849" y="0"/>
          <a:ext cx="3305175" cy="330517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80E79-195A-47F1-81DF-2FE0559E9E84}">
      <dsp:nvSpPr>
        <dsp:cNvPr id="0" name=""/>
        <dsp:cNvSpPr/>
      </dsp:nvSpPr>
      <dsp:spPr>
        <a:xfrm>
          <a:off x="1844436" y="332292"/>
          <a:ext cx="2148363" cy="78239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Интернет </a:t>
          </a:r>
          <a:r>
            <a:rPr lang="ru-RU" sz="1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платформалары</a:t>
          </a:r>
          <a:endParaRPr lang="ru-RU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82629" y="370485"/>
        <a:ext cx="2071977" cy="706010"/>
      </dsp:txXfrm>
    </dsp:sp>
    <dsp:sp modelId="{BC7398C8-C4DF-4B6F-8478-ABC0B16E92DC}">
      <dsp:nvSpPr>
        <dsp:cNvPr id="0" name=""/>
        <dsp:cNvSpPr/>
      </dsp:nvSpPr>
      <dsp:spPr>
        <a:xfrm>
          <a:off x="1869379" y="1212489"/>
          <a:ext cx="2148363" cy="78239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Бейнеконференция</a:t>
          </a:r>
          <a:r>
            <a:rPr lang="ru-RU" sz="17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70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құралдары</a:t>
          </a:r>
          <a:endParaRPr lang="ru-RU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07572" y="1250682"/>
        <a:ext cx="2071977" cy="706010"/>
      </dsp:txXfrm>
    </dsp:sp>
    <dsp:sp modelId="{345849A9-33A7-463B-9B76-520ACC1539CA}">
      <dsp:nvSpPr>
        <dsp:cNvPr id="0" name=""/>
        <dsp:cNvSpPr/>
      </dsp:nvSpPr>
      <dsp:spPr>
        <a:xfrm>
          <a:off x="1844436" y="2092685"/>
          <a:ext cx="2148363" cy="78239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Онлайн тестілеу жүйелері</a:t>
          </a:r>
        </a:p>
      </dsp:txBody>
      <dsp:txXfrm>
        <a:off x="1882629" y="2130878"/>
        <a:ext cx="2071977" cy="706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67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91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3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81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3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60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15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43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39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768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6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4472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0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27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5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5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(ҚО)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технологиясын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ұйымдастырудың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теориялық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негіздемесі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Орындаған:Даулетжан Назерке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34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84662"/>
            <a:ext cx="8596668" cy="1320800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Кіріспе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ақпараттық-коммуникациялық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қарқынды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дамуына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жүйесінде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үлкен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өзгерістер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(ҚО)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технологиясының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кеңінен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қолданылуы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оқытушының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кеңістікте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бір-бірінен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алшақ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орналасқан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интернет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ұйымдастырылатын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үдерісі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06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9049" y="332359"/>
            <a:ext cx="8596668" cy="2275374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алушы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оқытушының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тікелей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байланыссыз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бірақ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телекоммуникациялық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әрекеттесуіне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негізделген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формасы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оқытуда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атқарады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Оларға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1053237"/>
              </p:ext>
            </p:extLst>
          </p:nvPr>
        </p:nvGraphicFramePr>
        <p:xfrm>
          <a:off x="676275" y="2736850"/>
          <a:ext cx="4184650" cy="3305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617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3277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міндеттері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692877"/>
            <a:ext cx="6823218" cy="4782064"/>
          </a:xfrm>
        </p:spPr>
        <p:txBody>
          <a:bodyPr>
            <a:norm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процесінің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қолжетімділігін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сапалы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Міндеттері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ыңғайлы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орта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қалыптастыру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икемді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өзіндік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мұғалім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оқушы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арасындағы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6" descr="Робот rastar ақылды ит - купить в Қазақстанда, цена на Sat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Робот rastar ақылды ит - купить в Қазақстанда, цена на Satu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Робот rastar ақылды ит - купить в Қазақстанда, цена на Satu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06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оқытудың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5087938" y="4085321"/>
            <a:ext cx="22018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sz="18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B93E4A-D49C-4C9D-97B7-2A7A5B2DAB6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75745" y="2515660"/>
            <a:ext cx="261725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KZ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уақытты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үнемдейді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білімге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қолжетімділікті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арттырады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жерден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алуға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цифрлық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сауаттылықты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дамытады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192EEB-00B8-4C03-9F9E-C4E78E8008E3}"/>
              </a:ext>
            </a:extLst>
          </p:cNvPr>
          <p:cNvSpPr/>
          <p:nvPr/>
        </p:nvSpPr>
        <p:spPr>
          <a:xfrm>
            <a:off x="4958381" y="2828836"/>
            <a:ext cx="26765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интернетке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тәуелділік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ақаулардың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тікелей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қарым-қатынастың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азаюы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өзін-өзі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бақылаудың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қиындығы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520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әсіресе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пандемия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кезеңінде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кеңінен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мектептерде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колледждерде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орындарында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тәжірибесі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жалғасуда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күнделік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онлайн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сабақтар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Қорытындылай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жүйесінің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маңызды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қолайлы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орта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қалыптастырып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меңгеруге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ҚО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сапасын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ықпал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Болашақта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жетілдіріліп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жүйесінде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маңызды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8032493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320</Words>
  <Application>Microsoft Office PowerPoint</Application>
  <PresentationFormat>Широкоэкранный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Trebuchet MS</vt:lpstr>
      <vt:lpstr>Wingdings</vt:lpstr>
      <vt:lpstr>Wingdings 3</vt:lpstr>
      <vt:lpstr>Грань</vt:lpstr>
      <vt:lpstr>Қашықтықтан оқыту (ҚО) технологиясын ұйымдастырудың теориялық негіздемесі</vt:lpstr>
      <vt:lpstr>Кіріспе</vt:lpstr>
      <vt:lpstr>Қашықтықтан оқыту Қашықтықтан оқыту – білім алушы мен оқытушының тікелей байланыссыз, бірақ заманауи телекоммуникациялық құралдар арқылы өзара әрекеттесуіне негізделген оқыту формасы. Қашықтықтан оқытуда негізгі рөлді ақпараттық технологиялар атқарады. Оларға: </vt:lpstr>
      <vt:lpstr>Қашықтықтан оқытудың мақсаты мен міндеттері</vt:lpstr>
      <vt:lpstr>Қашықтықтан оқытудың артықшылықтары мен кемшіліктері</vt:lpstr>
      <vt:lpstr>Қорытынды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Виртуалды және қашықтағы зертханалық жұмыстар</dc:title>
  <dc:creator>Student</dc:creator>
  <cp:lastModifiedBy>arka</cp:lastModifiedBy>
  <cp:revision>10</cp:revision>
  <dcterms:created xsi:type="dcterms:W3CDTF">2026-04-29T06:00:52Z</dcterms:created>
  <dcterms:modified xsi:type="dcterms:W3CDTF">2026-05-15T06:13:50Z</dcterms:modified>
</cp:coreProperties>
</file>
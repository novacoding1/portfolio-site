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8" r:id="rId3"/>
    <p:sldId id="259" r:id="rId4"/>
    <p:sldId id="261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қашықтағы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зертханалық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3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жұмыстар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k-K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Орындаған:Даулетжан Назерке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344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Виртуалды</a:t>
            </a:r>
            <a:r>
              <a:rPr lang="ru-RU" dirty="0"/>
              <a:t> </a:t>
            </a:r>
            <a:r>
              <a:rPr lang="ru-RU" dirty="0" err="1"/>
              <a:t>зертхана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зертхана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компьютерлік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бағдарламалар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тәжірибелер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жүргізу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тәсілі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қолданбай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олардың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модельдері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симуляцияларын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пайдаланады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әдіс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жеңілдетеді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етеді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күрделі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процестерді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түсінуге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көмектеседі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Сонымен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қайталап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өз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тереңдете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062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зертхана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k-K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kk-K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сезімі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болмайды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Компьютерге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тәуелді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Барлық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процестер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толық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дәл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көрсетілмеуі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/>
          <p:cNvSpPr>
            <a:spLocks noGrp="1" noChangeArrowheads="1"/>
          </p:cNvSpPr>
          <p:nvPr>
            <p:ph sz="half" idx="2"/>
          </p:nvPr>
        </p:nvSpPr>
        <p:spPr bwMode="auto">
          <a:xfrm>
            <a:off x="675744" y="2875744"/>
            <a:ext cx="3929506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Қауіпсіз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қауіпті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тәжірибелер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жасауға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болады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Қымбат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қажет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емес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Тәжірибені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бірнеше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рет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қайталауға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болады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Қашықтан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оқуға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ыңғайлы</a:t>
            </a:r>
            <a:r>
              <a:rPr kumimoji="0" lang="ru-RU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617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Қашықтағы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зертхана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Қашықтағы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зертхана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интернет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құрал-жабдықтармен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істеу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әдісі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арнайы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платформа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тәжірибені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басқара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нәтижелерін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бақылайды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әдіс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заманауи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беруде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қашықтыққа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тәуелділікті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азайтады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Сонымен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тәжірибе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жүргізуге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беріп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дағдыларды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дамытуға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көмектеседі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30639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Қашықтағы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зертхана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Артықшылықтары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Нақты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құрылғылармен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жұмыс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Әлемнің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келген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жерінен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қолжетімді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қаражат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үнемдейді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Кемшіліктері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088384" y="2756228"/>
            <a:ext cx="4185617" cy="3304117"/>
          </a:xfrm>
        </p:spPr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Интернетке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тәуелді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Байланыс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баяу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болса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қиындық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туындайды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Құралдарға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шектеулі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қолжетімділік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болуы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5201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k-KZ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Қорытынды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Виртуалды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және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қашықтағы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зертханалар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қазіргі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берудің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маңызды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бөлігі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оқыту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жеңілдетіп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алушыларға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жаңа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мүмкіндіктер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ашады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арқылы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студенттер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теориялық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білімін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практикамен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ұштастыра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Сонымен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қатар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уақыт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пен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орынға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тәуелсіз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алуға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жағдай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жасайды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Болашақта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бұл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технологиялар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одан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әрі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дамып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білім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беру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жүйесінде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кеңінен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қолданылатын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болады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8032493"/>
      </p:ext>
    </p:extLst>
  </p:cSld>
  <p:clrMapOvr>
    <a:masterClrMapping/>
  </p:clrMapOvr>
</p:sld>
</file>

<file path=ppt/theme/theme1.xml><?xml version="1.0" encoding="utf-8"?>
<a:theme xmlns:a="http://schemas.openxmlformats.org/drawingml/2006/main" name="Грань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</TotalTime>
  <Words>109</Words>
  <Application>Microsoft Office PowerPoint</Application>
  <PresentationFormat>Широкоэкранный</PresentationFormat>
  <Paragraphs>27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Times New Roman</vt:lpstr>
      <vt:lpstr>Trebuchet MS</vt:lpstr>
      <vt:lpstr>Wingdings</vt:lpstr>
      <vt:lpstr>Wingdings 3</vt:lpstr>
      <vt:lpstr>Грань</vt:lpstr>
      <vt:lpstr>Виртуалды және қашықтағы зертханалық жұмыстар</vt:lpstr>
      <vt:lpstr>Виртуалды зертхана</vt:lpstr>
      <vt:lpstr>Виртуалды зертхана</vt:lpstr>
      <vt:lpstr>Қашықтағы зертхана</vt:lpstr>
      <vt:lpstr>Қашықтағы зертхана</vt:lpstr>
      <vt:lpstr>Қорытынды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Виртуалды және қашықтағы зертханалық жұмыстар</dc:title>
  <dc:creator>Student</dc:creator>
  <cp:lastModifiedBy>Student</cp:lastModifiedBy>
  <cp:revision>2</cp:revision>
  <dcterms:created xsi:type="dcterms:W3CDTF">2026-04-29T06:00:52Z</dcterms:created>
  <dcterms:modified xsi:type="dcterms:W3CDTF">2026-04-29T06:13:50Z</dcterms:modified>
</cp:coreProperties>
</file>